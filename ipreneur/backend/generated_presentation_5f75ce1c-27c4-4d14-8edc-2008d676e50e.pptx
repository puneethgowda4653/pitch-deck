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Linear – The system for product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Purpose-built for planning and building products with AI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only solution built for Technology in a Large and growing Technology market market growing at Strong double-digit CAGR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Projected 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Early 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Design partners 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/ Series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Raising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Technology market is undergoing rapid transformation driven by digital adoption and AI integration. Companies in this space face mounting pressure to modernize legacy workflows, creating significant demand for purpose-built solutions. Linear – The system for product development is positioned at the center of this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Pain points costing customers time and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High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High costs of existing fragmented tooling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Lost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Time-consuming manual processes reducing productivity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Poor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Lack of real-time data for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Linear – The system for product development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Purpose-built for planning and building products with AI agents.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Linear – The system for product development's purpose-built approach vs. horizontal tools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Faster time-to-value with modern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AI-native design vs. retrofitted legacy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Core capabilities that win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Purpose-built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Feature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Designed for ease of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Feature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Built for fast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Technology market is at an inflection point — Large and growing Technology market opportunity growing at Strong double-digit CAGR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 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growth rate 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Technology market is undergoing rapid transformation driven by digital adoption and AI integration. Companies in this space face mounting pressure to modernize legacy workflows, creating significant demand for purpose-built solutions. Linear – The system for product development is positioned at the center of this shift. The convergence of affordable AI infrastructure and widespread cloud adoption has created a window for Linear – The system for product development to displace entrenched legacy vendors in the Technology market — a transition that was cost-prohibitive just 3 years ago.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Digital transformation accelerating across Technology — 70%+ of enterprises increasing tech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AI and automation unlocking new efficiency gains previously unavailable to this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Shift from fragmented point solutions to integrated platforms reducing total cost of ownership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generate and grow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Technology services /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Implementation and professional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Growth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Land-and-expand within accounts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Early momentum and market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Early customers engaged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First customers signed, design partners engaged, waitlist building.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acquire, expand, and retain customers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Direct outbound targeting VP-level buyers in key verticals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Content marketing and SEO to capture inbound demand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Strategic partnerships with complementary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Land-and-expand to grow within accounts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Why we win against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Linear – The system for 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40B5"/>
                </a:solidFill>
                <a:latin typeface="Calibri"/>
              </a:rPr>
              <a:t>Purpose-built &amp; modern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Linear – The system for product development's purpose-built approach vs. horizontal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Faster time-to-value with modern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AI-native design vs. retrofitted legacy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B2CBF"/>
                </a:solidFill>
                <a:latin typeface="Calibri"/>
              </a:rPr>
              <a:t>Legacy &amp;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Existing solutions: Slow and expensive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Generic platforms: Not purpose-built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Domain expertise meets execution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Experienced founder with deep domain expertise in the industry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Product leader with a track record of shipping customer-loved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Enterprise sales leader with experience scaling ARR from 0 to $10M+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Path to scale with clear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Assumptions: SaaS subscription model, land-and-expand motion, CAC payback &lt; 12 months.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Investment to reach the next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Expand engineering team, accelerate roadmap, build enterprise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Hire first sales reps, launch demand gen programs, close anchor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Build customer success team, scale infrastructure, strengthen 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Linear – The system for product development is building the leading platform for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Join us in building the category leader.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 us • Linear – The system for product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