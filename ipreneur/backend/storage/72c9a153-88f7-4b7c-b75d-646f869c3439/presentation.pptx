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5F3FF"/>
                </a:solidFill>
                <a:latin typeface="Calibri"/>
              </a:rPr>
              <a:t>Figma: The Collaborative Interface Design Tool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02336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5C4E7A"/>
                </a:solidFill>
                <a:latin typeface="Calibri"/>
              </a:rPr>
              <a:t>Figma is the leading collaborative design platform for building meaningful products. Design, prototype, and build products faster—while gathering feedback all in one place.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63093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Investor Presentation  •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The Technology industry is broken</a:t>
            </a:r>
          </a:p>
        </p:txBody>
      </p:sp>
      <p:sp>
        <p:nvSpPr>
          <p:cNvPr id="6" name="Rectangle 5"/>
          <p:cNvSpPr/>
          <p:nvPr/>
        </p:nvSpPr>
        <p:spPr>
          <a:xfrm>
            <a:off x="17524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52447" y="1920240"/>
            <a:ext cx="2743200" cy="54864"/>
          </a:xfrm>
          <a:prstGeom prst="rect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353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Pain Point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53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High costs of existing solutions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242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24247" y="1920240"/>
            <a:ext cx="2743200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071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Pain Point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071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Time-consuming manual processes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960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96047" y="1920240"/>
            <a:ext cx="2743200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789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Pain Point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789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Lack of real-time insights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Our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Figma is the leading collaborative design platform for building meaningful products. Design, prototype, and build products faster—while gathering feedback all in one place.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048256"/>
            <a:ext cx="109728" cy="109728"/>
          </a:xfrm>
          <a:prstGeom prst="ellipse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20240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>Figma: The Collaborative Interface Design Tool's unique technology approach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615184"/>
            <a:ext cx="109728" cy="109728"/>
          </a:xfrm>
          <a:prstGeom prst="ellipse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487168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>Faster time-to-value</a:t>
            </a:r>
          </a:p>
        </p:txBody>
      </p:sp>
      <p:sp>
        <p:nvSpPr>
          <p:cNvPr id="10" name="Oval 9"/>
          <p:cNvSpPr/>
          <p:nvPr/>
        </p:nvSpPr>
        <p:spPr>
          <a:xfrm>
            <a:off x="6400800" y="2048256"/>
            <a:ext cx="109728" cy="109728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01968" y="1920240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>Modern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Market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Large and growing market</a:t>
            </a:r>
          </a:p>
        </p:txBody>
      </p:sp>
      <p:sp>
        <p:nvSpPr>
          <p:cNvPr id="6" name="Rectangle 5"/>
          <p:cNvSpPr/>
          <p:nvPr/>
        </p:nvSpPr>
        <p:spPr>
          <a:xfrm>
            <a:off x="342122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254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5838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Large and growing market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5838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TAM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014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254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4730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Growing fast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4730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Growth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5F3FF"/>
                </a:solidFill>
                <a:latin typeface="Calibri"/>
              </a:rPr>
              <a:t>Let's Build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02336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5C4E7A"/>
                </a:solidFill>
                <a:latin typeface="Calibri"/>
              </a:rPr>
              <a:t>Contact: Figma: The Collaborative Interface Design Tool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63093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Investor Presentation  •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