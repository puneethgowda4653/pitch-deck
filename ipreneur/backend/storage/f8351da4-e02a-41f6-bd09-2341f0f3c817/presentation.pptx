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simplify your finances and grow your business with a smart, reliable, and secure payment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Zepto helps businesses simplify their finances and grow with a smart, reliable, and secure payment experience. Their platform offers real-time transactions, automated reconciliation, and seamless integration with existing systems, providing tools to manage money efficiently and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only solution built for Businesses of all sizes in a Large and growing foodtech market market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foodtech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foodtech market is undergoing rapid transformation driven by digital adoption and AI integration. Companies in this space face mounting pressure to modernize legacy workflows, creating significant demand for purpose-built solutions. zepto is positioned at the center of this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real-time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automated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seamless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foodtech market is at an inflection point — Large and growing foodtech market opportunity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foodtech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 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foodtech market is undergoing rapid transformation driven by digital adoption and AI integration. Companies in this space face mounting pressure to modernize legacy workflows, creating significant demand for purpose-built solutions. zepto is positioned at the center of this shift. The convergence of affordable AI infrastructure and widespread cloud adoption has created a window for zepto to displace entrenched legacy vendors in the foodtech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Digital transformation accelerating across foodtech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outbound targeting VP-level buyers in key verticals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and SEO to capture inbound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Strategic partnerships with complementary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Land-and-expand to grow within accounts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zepto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5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zepto's purpose-built approach vs. horizontal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Faster time-to-value with modern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AI-native design vs. retrofitted legacy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Existing solutions: Slow and 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Generic platforms: Not purpose-built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zepto is building the leading platform for foodtech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zepto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