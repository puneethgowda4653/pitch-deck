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Home - Infopace India's First Strategic Change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931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B8EC4"/>
                </a:solidFill>
                <a:latin typeface="Calibri"/>
              </a:defRPr>
            </a:pPr>
            <a:r>
              <a:t>India's First Strategic Change Management by Infopace: Drive business transformation &amp; digital growth. Top 10 Innovators award.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C4E7A"/>
                </a:solidFill>
                <a:latin typeface="Calibri"/>
              </a:defRPr>
            </a:pPr>
            <a:r>
              <a:t>Investor Presentation •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4E7A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Calibri"/>
              </a:defRPr>
            </a:pPr>
            <a:r>
              <a:t>Every industry faces challenges that need innovative solutions.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4E7A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Calibri"/>
              </a:defRPr>
            </a:pPr>
            <a:r>
              <a:t>India's First Strategic Change Management by Infopace: Drive business transformation &amp; digital growth. Top 10 Innovators award.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4E7A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Calibri"/>
              </a:defRPr>
            </a:pPr>
            <a:r>
              <a:t>•  Feature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Calibri"/>
              </a:defRPr>
            </a:pPr>
            <a:r>
              <a:t>•  Feature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004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Calibri"/>
              </a:defRPr>
            </a:pPr>
            <a:r>
              <a:t>•  Feature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4E7A"/>
                </a:solidFill>
                <a:latin typeface="Calibri"/>
              </a:defRPr>
            </a:pPr>
            <a:r>
              <a:t>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Calibri"/>
              </a:defRPr>
            </a:pPr>
            <a:r>
              <a:t>TAM: Unavailable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4E7A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Calibri"/>
              </a:defRPr>
            </a:pPr>
            <a:r>
              <a:t>SaaS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4E7A"/>
                </a:solidFill>
                <a:latin typeface="Calibri"/>
              </a:defRPr>
            </a:pPr>
            <a: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Traction &amp;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Calibri"/>
              </a:defRPr>
            </a:pPr>
            <a:r>
              <a:t>Key milestones achieved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4E7A"/>
                </a:solidFill>
                <a:latin typeface="Calibri"/>
              </a:defRPr>
            </a:pPr>
            <a: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Competitive Landscape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4E7A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Our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Calibri"/>
              </a:defRPr>
            </a:pPr>
            <a:r>
              <a:t>Experienced leadership driving innovation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4E7A"/>
                </a:solidFill>
                <a:latin typeface="Calibri"/>
              </a:defRPr>
            </a:pPr>
            <a:r>
              <a:t>FINANCIALS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Financial 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Calibri"/>
              </a:defRPr>
            </a:pPr>
            <a:r>
              <a:t>Revenue growth trajectory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254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C4E7A"/>
                </a:solidFill>
                <a:latin typeface="Calibri"/>
              </a:defRPr>
            </a:pPr>
            <a:r>
              <a:t>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Investment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8C8D2"/>
                </a:solidFill>
                <a:latin typeface="Calibri"/>
              </a:defRPr>
            </a:pPr>
            <a:r>
              <a:t>Funding to accelerate growth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7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474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B8EC4"/>
                </a:solidFill>
                <a:latin typeface="Calibr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0" y="43891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C4E7A"/>
                </a:solidFill>
                <a:latin typeface="Calibri"/>
              </a:defRPr>
            </a:pPr>
            <a:r>
              <a:t>Contact: Home - Infopace India's First Strategic Change Management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