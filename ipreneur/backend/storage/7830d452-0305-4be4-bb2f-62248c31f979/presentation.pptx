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a  platform — in a Large and growing  market market growing at Strong double-digit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Growing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swiggy builds purpose-built solutions for . The convergence of affordable AI infrastructure and widespread cloud adoption has created a window for swiggy to displace entrenched legacy vendors in the  market — a transition that was cost-prohibitive just 3 years ago. Seed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 market is at an inflection point — Large and growing  market and accelerating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The  market is undergoing rapid transformation driven by digital adoption and AI integration. Companies in this space face mounting pressure to modernize legacy workflows, creating significant demand for purpose-built solutions. swiggy is positioned at the center of this shift. The convergence of affordable AI infrastructure and widespread cloud adoption has created a window for swiggy to displace entrenched legacy vendors in the 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Digital transformation accelerating across 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 Has a Critical Unsolved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Buyers are losing time and money to an outdated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08DC2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High costs of existing fragmented tooling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Time-consuming manual processes reducing productivity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2549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Lack of real-time data for decision-making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Integration complexity slowing teams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solves this with a purpose-built 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Helps customers achieve outcomes faster and more reliably.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Speed &amp;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Fast onboarding — live in minutes, not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AI-powered insights on modern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Three capabilities that make swiggy the obvious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Purpose-built for the use case — not a horizontal tool adapted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Eliminates manual steps — customers save hours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Real-time visibility that drives faster,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Recurring revenue with strong expansion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Professional services and implementation for enterprise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Low entry point drives adoption; expansion within accounts grows ACV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gaining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Y1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ARR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Seed-funded and growing.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Customers:</a:t>
            </a:r>
            <a:r>
              <a:rPr sz="1300" b="0">
                <a:solidFill>
                  <a:srgbClr val="808DC2"/>
                </a:solidFill>
                <a:latin typeface="Calibri"/>
              </a:rPr>
              <a:t> Design partners signed and providing active product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Product: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platform live — onboarding first paying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Team: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team in place across engineering, product, and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building the leading platform for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swiggy's purpose-built approach vs. horizontal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Legacy tools and manual processes Slow and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Generic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Faster time-to-value with modern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Horizontal tools adapted for vertical use Not purpose-built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right people to win this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Clear path to scale with defensible 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70–80%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Target 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Assumptions: land-and-expand motion, CAC payback &lt; 12 months, positive unit economics from Day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Raising to reach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Scale engineering, ship enterprise features, reach product-market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Hire first AEs, launch demand gen, close 10 anchor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Customer success, infrastructure, legal and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8DC2"/>
                </a:solidFill>
                <a:latin typeface="Calibri"/>
              </a:rPr>
              <a:t>Join us in building the category leader in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Contact us · swiggy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