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product development system for teams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Linear is a product development system purpose-built for modern teams, integrating AI workflows to plan and build products. It sets a new standard for product operations, helping teams define direction, move work forward, and understand progress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only solution built for Product development teams, modern teams, world-class product teams in a $9.5B global Project Management Software market (2024, est. based on industry reports) market growing at 12.5% CAGR 2024–2030 (est. based on industry reports)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Project Management Software market, encompassing broad categories where Linear competes (2024, est.).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12.5% CAGR 2024–2030 (est. based on industry reports)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Projected 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Early 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Design partners 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/ Series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Raising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SaaS Product Development and Project Management market, projected at $9.5B in 2024 and growing at a 12.5% CAGR, is undergoing a profound transformation. Legacy tools are failing to meet the demands of modern product teams who require speed, simplicity, and intelligent automation. Linear is strategically positioned to capture a significant share of this evolving market by providing a purpose-built system that directly addresses these pain points with its innovative AI-driven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Pain points costing customers time and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High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/>
            </a:r>
            <a:r>
              <a:rPr sz="1300" b="1">
                <a:solidFill>
                  <a:srgbClr val="9B8EC4"/>
                </a:solidFill>
                <a:latin typeface="Calibri"/>
              </a:rPr>
              <a:t>Developer Frustration &amp; Tool Complexity:</a:t>
            </a:r>
            <a:r>
              <a:rPr sz="1300" b="0">
                <a:solidFill>
                  <a:srgbClr val="9B8EC4"/>
                </a:solidFill>
                <a:latin typeface="Calibri"/>
              </a:rPr>
              <a:t> Developers spend 15-20% of their time navigating overly complex or generic project management tools, leading to decreased productivity and morale (est. cost of $10K-$20K per developer annually in lost productivity).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Lost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/>
            </a:r>
            <a:r>
              <a:rPr sz="1300" b="1">
                <a:solidFill>
                  <a:srgbClr val="9B8EC4"/>
                </a:solidFill>
                <a:latin typeface="Calibri"/>
              </a:rPr>
              <a:t>Inefficient Product Operations:</a:t>
            </a:r>
            <a:r>
              <a:rPr sz="1300" b="0">
                <a:solidFill>
                  <a:srgbClr val="9B8EC4"/>
                </a:solidFill>
                <a:latin typeface="Calibri"/>
              </a:rPr>
              <a:t> Lack of integrated systems causes delays, miscommunication, and poor visibility into product progress, impacting 40% of product launch timelines (est. 15-25% budget overrun for delayed products).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Poor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/>
            </a:r>
            <a:r>
              <a:rPr sz="1300" b="1">
                <a:solidFill>
                  <a:srgbClr val="9B8EC4"/>
                </a:solidFill>
                <a:latin typeface="Calibri"/>
              </a:rPr>
              <a:t>Manual &amp; Slow Workflow Automation:</a:t>
            </a:r>
            <a:r>
              <a:rPr sz="1300" b="0">
                <a:solidFill>
                  <a:srgbClr val="9B8EC4"/>
                </a:solidFill>
                <a:latin typeface="Calibri"/>
              </a:rPr>
              <a:t> Teams struggle with manual issue triage and feedback processing, wasting 5-10 hours per week per team on administrative tasks that could be automated (est. $200-$500 per team weekly).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Linear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Linear is a product development system purpose-built for modern teams, integrating AI workflows to plan and build products. It sets a new standard for product operations, helping teams define direction, move work forward, and understand progress at scale.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Purpose-built for modern product development teams, prioritizing speed and simplicity.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Integrated AI workflows for automated issue triage, feedback summarization, and sprint planning.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Sets a new standard for product operations, connecting direction, work, and progress at scale.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Focus on developer experience (DX) addressing frustrations with legacy, complex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that win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The product development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Purpose-built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Designed for ease of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operations self-driving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Built for fast adoption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SaaS, Product Development, Project Management market is at an inflection point — $9.5B global Project Management Software market (2024, est. based on industry reports) opportunity growing at 12.5% CAGR 2024–2030 (est. based on industry reports)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$9.5B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Total global Project Management Software market, encompassing broad categories where Linear competes (2024, est.).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addressable market focusing on product development systems for modern, tech-forward teams aligning with Linear's ICP (est.).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Serviceable obtainable market, representing Linear's realistic 3-year capture with its current go-to-market strategy and growth trajectory (est. based on Linear's aggressive ARR projections).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12.5% CAGR 2024–2030 (est. based on industry reports)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growth rate 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SaaS Product Development and Project Management market, projected at $9.5B in 2024 and growing at a 12.5% CAGR, is undergoing a profound transformation. Legacy tools are failing to meet the demands of modern product teams who require speed, simplicity, and intelligent automation. Linear is strategically positioned to capture a significant share of this evolving market by providing a purpose-built system that directly addresses these pain points with its innovative AI-driven workflows. The inflection point for Linear is now, driven by the maturity of AI technologies that unlock unprecedented workflow automation in product development, coupled with a surging demand from 'modern teams' for tools that prioritize developer experience and accelerate product operations beyond the capabilities of generic, legacy solutions.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1:</a:t>
            </a:r>
            <a:r>
              <a:rPr sz="1300" b="0">
                <a:solidFill>
                  <a:srgbClr val="9B8EC4"/>
                </a:solidFill>
                <a:latin typeface="Calibri"/>
              </a:rPr>
              <a:t> </a:t>
            </a:r>
            <a:r>
              <a:rPr sz="1300" b="1">
                <a:solidFill>
                  <a:srgbClr val="9B8EC4"/>
                </a:solidFill>
                <a:latin typeface="Calibri"/>
              </a:rPr>
              <a:t>AI &amp; Automation Imperative:</a:t>
            </a:r>
            <a:r>
              <a:rPr sz="1300" b="0">
                <a:solidFill>
                  <a:srgbClr val="9B8EC4"/>
                </a:solidFill>
                <a:latin typeface="Calibri"/>
              </a:rPr>
              <a:t> The rapid advancement and adoption of AI, particularly generative AI, is driving demand for intelligent automation in software development workflows. 73% of product organizations are actively seeking AI-powered tools to enhance efficiency (est. industry survey).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2:</a:t>
            </a:r>
            <a:r>
              <a:rPr sz="1300" b="0">
                <a:solidFill>
                  <a:srgbClr val="9B8EC4"/>
                </a:solidFill>
                <a:latin typeface="Calibri"/>
              </a:rPr>
              <a:t> </a:t>
            </a:r>
            <a:r>
              <a:rPr sz="1300" b="1">
                <a:solidFill>
                  <a:srgbClr val="9B8EC4"/>
                </a:solidFill>
                <a:latin typeface="Calibri"/>
              </a:rPr>
              <a:t>Digital Transformation &amp; Software-First Strategies:</a:t>
            </a:r>
            <a:r>
              <a:rPr sz="1300" b="0">
                <a:solidFill>
                  <a:srgbClr val="9B8EC4"/>
                </a:solidFill>
                <a:latin typeface="Calibri"/>
              </a:rPr>
              <a:t> As every company becomes a software company, the complexity and volume of product development increase, necessitating specialized, efficient tools. Over 60% of enterprises are accelerating digital transformation initiatives (est. based on CIO surveys).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›  </a:t>
            </a:r>
            <a:r>
              <a:rPr sz="1300" b="1">
                <a:solidFill>
                  <a:srgbClr val="9B8EC4"/>
                </a:solidFill>
                <a:latin typeface="Calibri"/>
              </a:rPr>
              <a:t>Driver 3:</a:t>
            </a:r>
            <a:r>
              <a:rPr sz="1300" b="0">
                <a:solidFill>
                  <a:srgbClr val="9B8EC4"/>
                </a:solidFill>
                <a:latin typeface="Calibri"/>
              </a:rPr>
              <a:t> </a:t>
            </a:r>
            <a:r>
              <a:rPr sz="1300" b="1">
                <a:solidFill>
                  <a:srgbClr val="9B8EC4"/>
                </a:solidFill>
                <a:latin typeface="Calibri"/>
              </a:rPr>
              <a:t>Premium on Developer Experience (DX):</a:t>
            </a:r>
            <a:r>
              <a:rPr sz="1300" b="0">
                <a:solidFill>
                  <a:srgbClr val="9B8EC4"/>
                </a:solidFill>
                <a:latin typeface="Calibri"/>
              </a:rPr>
              <a:t> A competitive tech talent market forces companies to invest in tools that improve developer productivity, satisfaction, and retention. Companies with high DX report 2x faster development cycles (est. tech industry research).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generate and grow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SaaS subscription model with tiered pricing based on team size, features, and usage, likely offering a free tier for small teams and custom enterprise plans.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Implementation and 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Growth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Land-and-expand within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Early momentum and market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Early customers engaged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12.5% CAGR 2024–2030 (est. based on industry reports)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Market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First customers signed, design partners engaged, waitlist building.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How we acquire, expand, and retain customers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Direct outbound targeting VP-level buyers in key verticals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Content marketing and SEO to capture inbound demand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Strategic partnerships with complementary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Land-and-expand to grow within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Why we win against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8090A"/>
                </a:solidFill>
                <a:latin typeface="Calibri"/>
              </a:rPr>
              <a:t>Purpose-built &amp; modern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Purpose-built for modern product development teams, prioritizing speed and simplicity.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Integrated AI workflows for automated issue triage, feedback summarization, and sprint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Sets a new standard for product operations, connecting direction, work, and progress at scale.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3F3F"/>
                </a:solidFill>
                <a:latin typeface="Calibri"/>
              </a:rPr>
              <a:t>Legacy &amp;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Jira Software (Atlassian): Can be overly complex, steep learning curve, often perceived as slow and cumbersome for small to mid-sized teams.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ClickUp: Can suffer from feature bloat, less specialized for deep developer workflows, performance issues reported with complexity.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monday WorkManagement: Less developer-centric compared to Linear, potentially lacks the depth of specific dev tooling (e.g., git integrations, precise issue tracking).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Domain expertise meets execution track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Experienced founder with deep domain expertise in the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Product leader with a track record of shipping customer-loved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Head of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Enterprise sales leader with experience scaling ARR from 0 to $10M+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Path to scale with clear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0809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Assumptions: SaaS subscription model, land-and-expand motion, CAC payback &lt; 12 months.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Investment to reach the next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090A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Expand engineering team, accelerate roadmap, build enterprise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F3F3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Hire first sales reps, launch demand gen programs, close anchor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Build customer success team, scale infrastructure, strengthen 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Linear is building the leading platform for SaaS, Product Development,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Join us in building the category leader.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 us • 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