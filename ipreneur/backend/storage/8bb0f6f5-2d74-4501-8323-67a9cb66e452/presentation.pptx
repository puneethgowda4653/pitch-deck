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274320"/>
            <a:ext cx="182880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9692"/>
                </a:solidFill>
                <a:latin typeface="Calibri"/>
              </a:rPr>
              <a:t>Driving India's Urban Mobility Revolution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22622"/>
                </a:solidFill>
                <a:latin typeface="Calibri"/>
              </a:rPr>
              <a:t>Your journey, our priority. Experience seamless, affordable, and sustainable transportation.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E5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2622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9692"/>
                </a:solidFill>
                <a:latin typeface="Calibri"/>
              </a:rPr>
              <a:t>India's leading mobility platform, driving growth and innovation.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230E1E"/>
          </a:solidFill>
          <a:ln w="19050">
            <a:solidFill>
              <a:srgbClr val="FE5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$4.5B+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9692"/>
                </a:solidFill>
                <a:latin typeface="Calibri"/>
              </a:rPr>
              <a:t>Total Funding Raised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2622"/>
                </a:solidFill>
                <a:latin typeface="Calibri"/>
              </a:rPr>
              <a:t>From leading global investors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9692"/>
                </a:solidFill>
                <a:latin typeface="Calibri"/>
              </a:rPr>
              <a:t>Ola has revolutionized urban mobility in India, establishing itself as a dominant player with a proven track record of expansion and technological innovation. Our focus on localized solutions and a diverse fleet has cemented our market leadership and positioned us for exponential future growth.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Market Leader:</a:t>
            </a:r>
            <a:r>
              <a:rPr sz="1300" b="0">
                <a:solidFill>
                  <a:srgbClr val="E29692"/>
                </a:solidFill>
                <a:latin typeface="Calibri"/>
              </a:rPr>
              <a:t> Dominant ride-hailing platform in India, operating in 200+ cities.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Proven Scale:</a:t>
            </a:r>
            <a:r>
              <a:rPr sz="1300" b="0">
                <a:solidFill>
                  <a:srgbClr val="E29692"/>
                </a:solidFill>
                <a:latin typeface="Calibri"/>
              </a:rPr>
              <a:t> Over a decade of successful operations, achieving unicorn status in 2014.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9692"/>
                </a:solidFill>
                <a:latin typeface="Calibri"/>
              </a:rPr>
              <a:t>›  </a:t>
            </a:r>
            <a:r>
              <a:rPr sz="1300" b="1">
                <a:solidFill>
                  <a:srgbClr val="E29692"/>
                </a:solidFill>
                <a:latin typeface="Calibri"/>
              </a:rPr>
              <a:t>Innovation Engine:</a:t>
            </a:r>
            <a:r>
              <a:rPr sz="1300" b="0">
                <a:solidFill>
                  <a:srgbClr val="E29692"/>
                </a:solidFill>
                <a:latin typeface="Calibri"/>
              </a:rPr>
              <a:t> Diversified into electric vehicles with Ola Electric, shaping future mobility.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