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Calude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F8F8E"/>
                </a:solidFill>
                <a:latin typeface="Calibri"/>
              </a:rPr>
              <a:t>AI Safety and Research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1F1E"/>
                </a:solidFill>
                <a:latin typeface="Calibri"/>
              </a:rPr>
              <a:t>Building reliable, interpretable, and steerable AI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E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$49,999,999 Series C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8F8E"/>
                </a:solidFill>
                <a:latin typeface="Calibri"/>
              </a:rPr>
              <a:t>Calude is seeking $49,999,999 in Series C funding to further develop our AI safety and research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$190B Total Addressable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8F8E"/>
                </a:solidFill>
                <a:latin typeface="Calibri"/>
              </a:rPr>
              <a:t>The global AI market is projected to reach $190B by 2025, with a CAGR of 33.8%.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Addressing the Challenges of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46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64643"/>
                </a:solidFill>
                <a:latin typeface="Calibri"/>
              </a:rPr>
              <a:t>Lack of transparency and accountability in AI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Uninterpretable models:</a:t>
            </a:r>
            <a:r>
              <a:rPr sz="1300" b="0">
                <a:solidFill>
                  <a:srgbClr val="8F8F8E"/>
                </a:solidFill>
                <a:latin typeface="Calibri"/>
              </a:rPr>
              <a:t> Current AI systems are often opaque and difficult to 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Unsteerable systems:</a:t>
            </a:r>
            <a:r>
              <a:rPr sz="1300" b="0">
                <a:solidFill>
                  <a:srgbClr val="8F8F8E"/>
                </a:solidFill>
                <a:latin typeface="Calibri"/>
              </a:rPr>
              <a:t> AI systems can be unpredictable and difficult to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Safety risks:</a:t>
            </a:r>
            <a:r>
              <a:rPr sz="1300" b="0">
                <a:solidFill>
                  <a:srgbClr val="8F8F8E"/>
                </a:solidFill>
                <a:latin typeface="Calibri"/>
              </a:rPr>
              <a:t> AI systems can pose significant safety risks if not designed and developed with safety in mind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46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64643"/>
                </a:solidFill>
                <a:latin typeface="Calibri"/>
              </a:rPr>
              <a:t>Building reliable, interpretable, and steerable AI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Transparent models:</a:t>
            </a:r>
            <a:r>
              <a:rPr sz="1300" b="0">
                <a:solidFill>
                  <a:srgbClr val="8F8F8E"/>
                </a:solidFill>
                <a:latin typeface="Calibri"/>
              </a:rPr>
              <a:t> We're developing AI systems that are transparent and explainable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Steerable systems:</a:t>
            </a:r>
            <a:r>
              <a:rPr sz="1300" b="0">
                <a:solidFill>
                  <a:srgbClr val="8F8F8E"/>
                </a:solidFill>
                <a:latin typeface="Calibri"/>
              </a:rPr>
              <a:t> Our AI systems are designed to be predictable and controllable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Safety-first approach:</a:t>
            </a:r>
            <a:r>
              <a:rPr sz="1300" b="0">
                <a:solidFill>
                  <a:srgbClr val="8F8F8E"/>
                </a:solidFill>
                <a:latin typeface="Calibri"/>
              </a:rPr>
              <a:t> We're prioritizing safety in the design and development of our AI 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AI Research and Products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Claude is our AI assistant that's designed to be transparent and interpretable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The Anthropic Institute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AI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The Anthropic Institute is our research arm that's focused on developing new AI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Public Benefit Corporation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Revenue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Grants, Partnerships, and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We're generating revenue through grants, partnerships, and sales of our AI products and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Cost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Research and Development,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Our cost structure is focused on research and development, as well as operations and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$20,000,000 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8F8E"/>
                </a:solidFill>
                <a:latin typeface="Calibri"/>
              </a:rPr>
              <a:t>We've achieved $20,000,000 in annual recurring revenue, with 500,000 total customers and 200,000 monthly active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AI Safety and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Google DeepMind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Not applicable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Google DeepMind is a leader in AI research, but its focus is not on safety and transparency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Microsoft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Not applicable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Microsoft Research is a major player in AI research, but its focus is not on safety and transparency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Facebook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Not applicable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Facebook AI is a leader in AI research, but its focus is not on safety and transparency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Founders and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Dario Amodei — Founder and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Not publicly disclosed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Dario Amodei is our founder and CEO, with a background in AI research and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AI Safety and Research Opportunity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4646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4646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464643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1F1E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7472"/>
                </a:solidFill>
                <a:latin typeface="Calibri"/>
              </a:rPr>
              <a:t>33.8%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4643"/>
                </a:solidFill>
                <a:latin typeface="Calibri"/>
              </a:rPr>
              <a:t>$190B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8F8E"/>
                </a:solidFill>
                <a:latin typeface="Calibri"/>
              </a:rPr>
              <a:t>Global AI 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4643"/>
                </a:solidFill>
                <a:latin typeface="Calibri"/>
              </a:rPr>
              <a:t>Not publicly disclosed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8F8E"/>
                </a:solidFill>
                <a:latin typeface="Calibri"/>
              </a:rPr>
              <a:t>Not publicly disclosed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4643"/>
                </a:solidFill>
                <a:latin typeface="Calibri"/>
              </a:rPr>
              <a:t>Not publicly disclosed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8F8E"/>
                </a:solidFill>
                <a:latin typeface="Calibri"/>
              </a:rPr>
              <a:t>Not publicly disclosed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8F8E"/>
                </a:solidFill>
                <a:latin typeface="Calibri"/>
              </a:rPr>
              <a:t/>
            </a:r>
            <a:r>
              <a:rPr sz="1200" b="1">
                <a:solidFill>
                  <a:srgbClr val="8F8F8E"/>
                </a:solidFill>
                <a:latin typeface="Calibri"/>
              </a:rPr>
              <a:t>FY2026:</a:t>
            </a:r>
            <a:r>
              <a:rPr sz="1200" b="0">
                <a:solidFill>
                  <a:srgbClr val="8F8F8E"/>
                </a:solidFill>
                <a:latin typeface="Calibri"/>
              </a:rPr>
              <a:t> $40,000,000 ARR · 1,000,000 customers · Expand to new markets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8F8E"/>
                </a:solidFill>
                <a:latin typeface="Calibri"/>
              </a:rPr>
              <a:t/>
            </a:r>
            <a:r>
              <a:rPr sz="1200" b="1">
                <a:solidFill>
                  <a:srgbClr val="8F8F8E"/>
                </a:solidFill>
                <a:latin typeface="Calibri"/>
              </a:rPr>
              <a:t>FY2027:</a:t>
            </a:r>
            <a:r>
              <a:rPr sz="1200" b="0">
                <a:solidFill>
                  <a:srgbClr val="8F8F8E"/>
                </a:solidFill>
                <a:latin typeface="Calibri"/>
              </a:rPr>
              <a:t> $80,000,000 ARR · 2,000,000 customers · Series C funding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8F8E"/>
                </a:solidFill>
                <a:latin typeface="Calibri"/>
              </a:rPr>
              <a:t/>
            </a:r>
            <a:r>
              <a:rPr sz="1200" b="1">
                <a:solidFill>
                  <a:srgbClr val="8F8F8E"/>
                </a:solidFill>
                <a:latin typeface="Calibri"/>
              </a:rPr>
              <a:t>FY2028:</a:t>
            </a:r>
            <a:r>
              <a:rPr sz="1200" b="0">
                <a:solidFill>
                  <a:srgbClr val="8F8F8E"/>
                </a:solidFill>
                <a:latin typeface="Calibri"/>
              </a:rPr>
              <a:t> $160,000,000 ARR · 4,000,000 customers · Path to profitability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$49,999,999 Series C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Research and Development,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We'll use the funding to support our research and development initiatives, as well as our operations and maintenance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F8F8E"/>
                </a:solidFill>
                <a:latin typeface="Calibri"/>
              </a:rPr>
              <a:t>Join Us in Building a Safer AI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1F1E"/>
                </a:solidFill>
                <a:latin typeface="Calibri"/>
              </a:rPr>
              <a:t>Thank you for considering our proposal. We believe that Calude is well-positioned to make a significant impact in the AI safety and research space, and we invite you to join us on this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E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