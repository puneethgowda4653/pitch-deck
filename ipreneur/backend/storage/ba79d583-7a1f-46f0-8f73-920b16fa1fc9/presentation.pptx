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bluswap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01C51"/>
                </a:solidFill>
                <a:latin typeface="Calibri"/>
              </a:rPr>
              <a:t>bluSwap is a Payment OS enabling MSMEs, D2C brands &amp; marketplaces with UPI collections, instant payouts, virtual accounts, API banking &amp; smart checkout through secure bank &amp; PSP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bluswap is bluSwap is a Payment OS enabling MSMEs, D2C brands &amp; marketplaces with UPI collections, instant payouts, virtual accounts, API banking &amp; smart checkout through secure bank &amp; PSP integrations — in a Large and growing Technology market market growing at Strong double-digit CAGR.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Total Technology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2024–2030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Seed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Launching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Growing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bluSwap is a Payment OS enabling MSMEs, D2C brands &amp; marketplaces with UPI collections, instant payouts, virtual accounts, API banking &amp; smart checkout through secure bank &amp; PSP integrations The convergence of affordable AI infrastructure and widespread cloud adoption has created a window for bluswap to displace entrenched legacy vendors in the Technology market — a transition that was cost-prohibitive just 3 years ago. Seed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The Technology market is at an inflection point — Large and growing Technology market and accelerating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Total Technology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Significant 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Serviceable addressable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Achievable 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SOM (Y3)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3-year capture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2024–2030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The Technology market is undergoing rapid transformation driven by digital adoption and AI integration. Companies in this space face mounting pressure to modernize legacy workflows, creating significant demand for purpose-built solutions. bluswap is positioned at the center of this shift. The convergence of affordable AI infrastructure and widespread cloud adoption has created a window for bluswap to displace entrenched legacy vendors in the Technology market — a transition that was cost-prohibitive just 3 years ago.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Digital transformation accelerating across Technology — 70%+ of enterprises increasing tech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AI and automation unlocking new efficiency gains previously unavailable to this sector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Shift from fragmented point solutions to integrated platforms reducing total cost of ownership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Technology Has a Critical Unsolved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Buyers are losing time and money to an outdated status quo.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08DC2"/>
                </a:solidFill>
                <a:latin typeface="Calibri"/>
              </a:rPr>
              <a:t>High costs of existing fragmented tooling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25496"/>
            <a:ext cx="109728" cy="109728"/>
          </a:xfrm>
          <a:prstGeom prst="ellipse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69748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High costs of existing fragmented tooling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392424"/>
            <a:ext cx="109728" cy="109728"/>
          </a:xfrm>
          <a:prstGeom prst="ellipse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26440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Time-consuming manual processes reducing productivity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82549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69748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Lack of real-time data for decision-making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392424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326440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Integration complexity slowing teams 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bluSwap is a Payment OS enabling MSMEs, D2C brands &amp; marketplaces with UPI collections, instant payouts, virtual accounts, API banking &amp; smart checkout through secure bank &amp; PSP integrations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Helps customers achieve outcomes faster and more reliably.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Speed &amp;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Fast onboarding — live in minutes, not months.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AI-powered insights on modern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Three capabilities that make bluswap the obvious choice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Purpose-built for the use case — not a horizontal tool adapted for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Eliminates manual steps — customers save hours every week.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Real-time visibility that drives faster, smarter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Recurring revenue with strong expansion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Technology services / SaaS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Secondary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Professional services and implementation for enterprise customers.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Land &amp; 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Low entry point drives adoption; expansion within accounts grows ACV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bluswap is gaining momentum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Y1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ARR projection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Seed-funded and growing.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Customers:</a:t>
            </a:r>
            <a:r>
              <a:rPr sz="1300" b="0">
                <a:solidFill>
                  <a:srgbClr val="808DC2"/>
                </a:solidFill>
                <a:latin typeface="Calibri"/>
              </a:rPr>
              <a:t> Design partners signed and providing active product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Product:</a:t>
            </a:r>
            <a:r>
              <a:rPr sz="1300" b="0">
                <a:solidFill>
                  <a:srgbClr val="808DC2"/>
                </a:solidFill>
                <a:latin typeface="Calibri"/>
              </a:rPr>
              <a:t> Core platform live — onboarding first paying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Team:</a:t>
            </a:r>
            <a:r>
              <a:rPr sz="1300" b="0">
                <a:solidFill>
                  <a:srgbClr val="808DC2"/>
                </a:solidFill>
                <a:latin typeface="Calibri"/>
              </a:rPr>
              <a:t> Core team in place across engineering, product, and GTM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bluswap is building the leading platform for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1828800"/>
            <a:ext cx="512064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2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Existing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bluswap's purpose-built approach vs. horizontal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Legacy tools and manual processes Slow and expensive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28800"/>
            <a:ext cx="512064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Generic 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Faster time-to-value with modern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Horizontal tools adapted for vertical use Not purpose-built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The right people to win this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Clear path to scale with defensible unit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Conservative Y1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50 customers at $10K ACV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Base 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150 customers, expanding ACV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Optimistic Y3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Enterprise expansion + new verticals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70–80%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Gross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Target at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Assumptions: land-and-expand motion, CAC payback &lt; 12 months, positive unit economics from Day 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Raising to reach $2M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Scale engineering, ship enterprise features, reach product-market 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Hire first AEs, launch demand gen, close 10 anchor customers.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Customer success, infrastructure, legal and compliance.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bluswap is building the leading platform for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08DC2"/>
                </a:solidFill>
                <a:latin typeface="Calibri"/>
              </a:rPr>
              <a:t>Join us in building the category leader in Technology.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01C51"/>
                </a:solidFill>
                <a:latin typeface="Calibri"/>
              </a:rPr>
              <a:t>Contact us · bluswap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