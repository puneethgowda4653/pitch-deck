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The AI workspace that works for you. | Notion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Build Custom Agents, search across all your apps, and automate busywork. The AI workspace where teams get more done,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The Technology industry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High costs of existing solutions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Time-consuming manual processes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Pain Point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Lack of real-time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Build Custom Agents, search across all your apps, and automate busywork. The AI workspace where teams get more done, faster.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AI workspace that works for you. | Notion's unique technology approach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Faster time-to-value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Modern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Large and growing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and growing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254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Let's Build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Contact: The AI workspace that works for you. | Notion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