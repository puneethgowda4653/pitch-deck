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The product development system for teams 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Linear is a product development system purpose-built for planning and building products. It sets a new standard for modern teams by integrating AI workflows at its core, enabling self-driving product operations and efficient progress tracking across teams and AI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only solution built for Product development teams, Product managers, Engineers in a $35.0B global SaaS, Product Development and Workflow Automation market (2024, est.) market growing at 20.0% CAGR 2024–2030 (est.)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$35.0B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global SaaS, Product Development and Workflow Automation market (est. 2024).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20.0% CAGR 2024–2030 (est.)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Projected 2024–2030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Early 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Design partners 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/ Series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Raising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SaaS, Product Development market is a rapidly expanding segment of the broader project management and collaboration software landscape, projected to reach $35.0B with a 20.0% CAGR. Driven by the imperative for developer efficiency, AI integration, and streamlined operations, this market is ripe for disruption. Linear, with its AI-first, purpose-built approach, is uniquely positioned to capture significant share by addressing core inefficiencies and setting a new standard for modern product teams.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Pain points costing customers time and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090A"/>
                </a:solidFill>
                <a:latin typeface="Calibri"/>
              </a:rPr>
              <a:t>High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Manual issue triage and feedback processing leads to significant development delays and misprioritization, costing large organizations an estimated $500K-$1M annually in lost efficiency and rework (est.).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3F3F"/>
                </a:solidFill>
                <a:latin typeface="Calibri"/>
              </a:rPr>
              <a:t>Lost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Inefficient sprint planning and progress tracking across diverse teams wastes up to 15-20% of engineering bandwidth, hindering velocity and time-to-market (est.).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Poor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Lack of integrated AI workflows results in missed insights from vast data sets (e.g., user feedback, bug reports), leading to suboptimal product decisions and increased R&amp;D costs (est.).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Linear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Linear is a product development system purpose-built for planning and building products. It sets a new standard for modern teams by integrating AI workflows at its core, enabling self-driving product operations and efficient progress tracking across teams and AI agents.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AI-first approach, integrating AI workflows at its core for self-driving product operations (e.g., automated issue triage, feedback summarization, sprint planning).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Purpose-built for modern product development teams, optimized for speed and efficiency over general project management.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Sets a new standard for modern teams with a focus on developer experience, addressing common frustrations with legacy tools.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Unified system for planning and building products, reducing friction and improving progress tracking across teams and AI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Core capabilities that win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The product development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Purpose-built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Designed for ease of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operations (self-driving)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Built for fast adoption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SaaS, Product Development market is at an inflection point — $35.0B global SaaS, Product Development and Workflow Automation market (2024, est.) opportunity growing at 20.0% CAGR 2024–2030 (est.)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$35.0B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global SaaS, Product Development and Workflow Automation market (est. 2024).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$8.75B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Serviceable market matching Linear's Ideal Customer Profile (ICP) of mid-market to enterprise product and engineering teams (est. 2024).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$250M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Realistic 3-year (2027) Serviceable Obtainable Market, reflecting aggressive but achievable market capture based on current growth trajectory (est.).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20.0% CAGR 2024–2030 (est.)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Market growth rate 2024–2030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SaaS, Product Development market is a rapidly expanding segment of the broader project management and collaboration software landscape, projected to reach $35.0B with a 20.0% CAGR. Driven by the imperative for developer efficiency, AI integration, and streamlined operations, this market is ripe for disruption. Linear, with its AI-first, purpose-built approach, is uniquely positioned to capture significant share by addressing core inefficiencies and setting a new standard for modern product teams. The convergence of advanced AI capabilities with a heightened industry demand for developer efficiency and automated product operations marks an inflection point. The last 12-24 months have seen a dramatic increase in AI's practical application, enabling solutions like Linear to fundamentally transform traditional product development, positioning it to capitalize on this technological and operational paradigm shift.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</a:t>
            </a:r>
            <a:r>
              <a:rPr sz="1300" b="1">
                <a:solidFill>
                  <a:srgbClr val="9B8EC4"/>
                </a:solidFill>
                <a:latin typeface="Calibri"/>
              </a:rPr>
              <a:t>Driver 1:</a:t>
            </a:r>
            <a:r>
              <a:rPr sz="1300" b="0">
                <a:solidFill>
                  <a:srgbClr val="9B8EC4"/>
                </a:solidFill>
                <a:latin typeface="Calibri"/>
              </a:rPr>
              <a:t> AI &amp; Automation Imperative: 70%+ of organizations are exploring or implementing AI to automate repetitive tasks in software development, driving demand for intelligent product systems (est.).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</a:t>
            </a:r>
            <a:r>
              <a:rPr sz="1300" b="1">
                <a:solidFill>
                  <a:srgbClr val="9B8EC4"/>
                </a:solidFill>
                <a:latin typeface="Calibri"/>
              </a:rPr>
              <a:t>Driver 2:</a:t>
            </a:r>
            <a:r>
              <a:rPr sz="1300" b="0">
                <a:solidFill>
                  <a:srgbClr val="9B8EC4"/>
                </a:solidFill>
                <a:latin typeface="Calibri"/>
              </a:rPr>
              <a:t> Digital Transformation &amp; Cloud-Native Adoption: Continued shift to cloud-based development and agile methodologies fuels the need for flexible, scalable, and integrated SaaS product tools, with 68% of enterprises accelerating cloud migration post-pandemic (est.).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</a:t>
            </a:r>
            <a:r>
              <a:rPr sz="1300" b="1">
                <a:solidFill>
                  <a:srgbClr val="9B8EC4"/>
                </a:solidFill>
                <a:latin typeface="Calibri"/>
              </a:rPr>
              <a:t>Driver 3:</a:t>
            </a:r>
            <a:r>
              <a:rPr sz="1300" b="0">
                <a:solidFill>
                  <a:srgbClr val="9B8EC4"/>
                </a:solidFill>
                <a:latin typeface="Calibri"/>
              </a:rPr>
              <a:t> Focus on Developer Productivity &amp; Experience: Companies increasingly invest in tools that enhance developer satisfaction and efficiency to attract and retain top talent, reducing developer turnover by up to 10-15% (est.).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generate and grow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090A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SaaS subscription based on user seats and feature tiers, ranging from $10-$30 per user/month, with custom enterprise pricing for larger teams and advanced AI features.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3F3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Implementation and professional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Growth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Land-and-expand within accounts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Early momentum and market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Early customers engaged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20.0% CAGR 2024–2030 (est.)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Market tailwind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First customers signed, design partners engaged, waitlist building.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acquire, expand, and retain customers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Product-Led Growth (PLG): Offer intuitive self-service onboarding and a compelling free trial experience to drive organic adoption within small teams, leveraging modern UI/UX and immediate value proposition.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Content Marketing &amp; SEO: Develop thought leadership around AI in product development, developer productivity, and the limitations of legacy tools to attract inbound leads and establish Linear as an industry expert.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Direct Sales (Mid-market &amp; Enterprise): Employ a dedicated sales team (supported by Head of Sales Casey Bertenthal) to target larger organizations, offering tailored demos, enterprise-grade features, and custom pricing.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Ecosystem &amp; Integrations: Build deep integrations with popular developer tools (e.g., GitHub, Slack, VS Code) to embed Linear into existing workflows, increasing stickiness and enabling referral loops.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Why we win against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8090A"/>
                </a:solidFill>
                <a:latin typeface="Calibri"/>
              </a:rPr>
              <a:t>Purpose-built &amp; modern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AI-first approach, integrating AI workflows at its core for self-driving product operations (e.g., automated issue triage, feedback summarization, sprint planning).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Purpose-built for modern product development teams, optimized for speed and efficiency over general project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Sets a new standard for modern teams with a focus on developer experience, addressing common frustrations with legacy tools.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Existing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3F3F"/>
                </a:solidFill>
                <a:latin typeface="Calibri"/>
              </a:rPr>
              <a:t>Legacy &amp; fragmented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Jira (Atlassian): Can be overly complex, perceived as slow or cumbersome, less intuitive UI/UX for modern teams.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Asana: Less specialized for deep developer workflows, may lack specific features for product building lifecycle, less emphasis on AI automation.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Redmine / OpenProject: Requires significant setup and maintenance, less polished UI/UX, feature set may lag commercial SaaS tools, limited native AI capabilities.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Domain expertise meets execution track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Experienced founder with deep domain expertise in the industry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Product leader with a track record of shipping customer-loved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Enterprise sales leader with experience scaling ARR from 0 to $10M+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Path to scale with clear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$90M-$120M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Conservative Y1 (End of 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Continued strong product adoption, effective land-and-expand strategy, and successful conversion of mid-market prospects, assuming 50-70% growth from inferred current ARR (post-Series C).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$150M-$200M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Base Y2 (End of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Consistent market penetration, scaling enterprise deals, and strong retention rates, maintaining high growth leveraging AI differentiation against slower-moving incumbents.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$250M-$350M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Optimistic Y3 (End of 2027)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Aggressive market capture exceeding the stated $250M SOM, successful expansion into new feature sets/adjacent workflows, and leveraging network effects of AI agents for exponential growth.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Assumptions: SaaS subscription model, land-and-expand motion, CAC payback &lt; 12 months.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Investment to reach the next milestone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090A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Expand engineering team, accelerate roadmap, build enterprise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3F3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Hire first sales reps, launch demand gen programs, close anchor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Build customer success team, scale infrastructure, strengthen 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Linear is the AI-native product development system for mid-market to enterprise product and engineering teams that integrates self-driving AI workflows, unlike Jira which is an overly complex and cumbersome legacy solution lacking modern AI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Join us in building the category leader.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Contact us • 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