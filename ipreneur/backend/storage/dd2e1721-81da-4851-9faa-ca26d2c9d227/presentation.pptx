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Home - Infopace India's First Strategic Change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India's First Strategic Change Management by Infopace: Drive business transformation &amp; digital growth. Top 10 Innovators award.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The opportunity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$9.35T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Total global Information Technology market in 2025 (Information Technology Market Overview).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8.3% CAGR 2025–2030 (Information Technology Market Overview)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Projected 2024-2030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Early 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Design partners signed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Seed / Series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Raising now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Pain points costing customers time and money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Pain 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5"/>
                </a:solidFill>
                <a:latin typeface="Calibri"/>
              </a:rPr>
              <a:t>High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High Failure Rate of Digital Initiatives: '70% of digital transformation initiatives fail to meet their objectives due to poor strategy, lack of change management, and inadequate execution' (est., frequently cited in industry analyses).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Pain Point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Lost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Organizational Resistance to Change: 'Up to 60% of change management efforts face significant employee resistance, hindering successful adoption and ROI realization' (est., often cited in organizational change research like Prosci).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Pain Point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Poor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Lack of Strategic Clarity &amp; Alignment: 'Over 50% of senior executives report a disconnect between their business strategy and IT implementation, leading to inefficient investments and missed opportunities' (est.).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Home - Infopace India's First Strategic Change Management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India's First Strategic Change Management by Infopace: Drive business transformation &amp; digital growth. Top 10 Innovators award.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Pioneer Status &amp; Niche Focus: Positioned as 'India's First Strategic Change Management,' suggesting specialized expertise and first-mover advantage in this high-value, focused segment.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Deep Indian Market Understanding: Implied by 'India's First,' enabling tailored solutions for the specific cultural, regulatory, and business challenges and opportunities of Indian enterprises.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Agility &amp; Innovation: As a potentially more focused and specialized firm, able to adapt quicker to evolving market dynamics, new technologies, and client needs compared to larger, more bureaucratic global consultancies.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'Top 10 Innovators Award': External validation of its innovative approach and effectiveness in the strategic change and digital transformation space, building credibility.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Product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Core capabilities that win customers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Core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Purpose-built 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Feature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Designed for ease of 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Feature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Built for fast adoption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$9,348.7 billion global Information Technology market (2025, Information Technology Market Overview) — 8.3% CAGR 2025–2030 (Information Technology Market Overview)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$9.35T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Total global Information Technology market in 2025 (Information Technology Market Overview).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$15.0B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Serviceable Available Market for Strategic Change Management &amp; Digital Transformation in India (2024, est.).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$37.5M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SOM (Y3)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Realistic 3-year capture with current go-to-market for Home - Infopace India's First Strategic Change Management (est., based on 0.25% of SAM).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8.3% CAGR 2025–2030 (Information Technology Market Overview)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CAGR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Market growth 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How we generate and grow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Subscription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5"/>
                </a:solidFill>
                <a:latin typeface="Calibri"/>
              </a:rPr>
              <a:t>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Consulting and Professional Services: Project-based fees, retainer agreements, and outcome-based pricing for strategic change management, digital transformation, and business growth engagements.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Secondary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Implementation and professional 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Growth 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Land-and-expand within accounts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Early momentum and market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Growing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Momentum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Early customers engaged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8.3% CAGR 2025–2030 (Information Technology Market Overview)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Market tailwind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First customers signed, design partners engaged, waitlist building.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GO TO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Go-to-Market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How we acquire, expand, and retain customers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Direct outbound targeting VP-level buyers in key verticals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Content marketing and SEO to capture inbound demand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Strategic partnerships with complementary tools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Land-and-expand to grow within accounts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Why we win against alternatives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Home - Infopace India's First Strategic Change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540B5"/>
                </a:solidFill>
                <a:latin typeface="Calibri"/>
              </a:rPr>
              <a:t>Purpose-built &amp; modern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Pioneer Status &amp; Niche Focus: Positioned as 'India's First Strategic Change Management,' suggesting specialized expertise and first-mover advantage in this high-value, focused segment.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Deep Indian Market Understanding: Implied by 'India's First,' enabling tailored solutions for the specific cultural, regulatory, and business challenges and opportunities of Indian enterprises.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Agility &amp; Innovation: As a potentially more focused and specialized firm, able to adapt quicker to evolving market dynamics, new technologies, and client needs compared to larger, more bureaucratic global consultancies.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Existing Solutions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B2CBF"/>
                </a:solidFill>
                <a:latin typeface="Calibri"/>
              </a:rPr>
              <a:t>Legacy &amp; fragmented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Accenture: High cost structure, potentially slower adaptation for highly niche or agile transformations, may not prioritize smaller Indian engagements.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Deloitte Consulting: Bureaucratic processes, generalist approach sometimes lacking hyper-specialization, potential for conflict of interest with audit clients.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TCS Consulting: Perceived as more execution-focused than pure strategic advisory, potentially less innovative in cutting-edge change methodologies compared to global pure-play firms.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2A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Domain expertise meets execution track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Founder &amp;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Experienced founder with deep domain expertise in the industry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Head of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Product leader with a track record of shipping customer-loved software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Head of 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Enterprise sales leader with experience scaling ARR from 0 to $10M+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Path to scale with clear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67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39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39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Conservative Y1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82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50 customers at $10K ACV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Base Y2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150 customers, expanding ACV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46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17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17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Optimistic Y3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60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Enterprise expansion + new verticals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Assumptions: SaaS subscription model, land-and-expand motion, CAC payback &lt; 12 months.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Investment to reach the next milestone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5"/>
                </a:solidFill>
                <a:latin typeface="Calibr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Expand engineering team, accelerate roadmap, build enterprise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Go-to-Market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Hire first sales reps, launch demand gen programs, close anchor customers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Build customer success team, scale infrastructure, strengthen ops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Home - Infopace India's First Strategic Change Management is building the leading platform for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B8EC4"/>
                </a:solidFill>
                <a:latin typeface="Calibri"/>
              </a:rPr>
              <a:t>Join us in building the category leader.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Contact us • Home - Infopace India's First Strategic Change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