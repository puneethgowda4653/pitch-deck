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blueswap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1C51"/>
                </a:solidFill>
                <a:latin typeface="Calibri"/>
              </a:rPr>
              <a:t>bluSwap is a Payment OS enabling MSMEs, D2C brands &amp; marketplaces with UPI collections, instant payouts, virtual accounts, API banking &amp; smart checkout through secure bank &amp; PSP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blueswap is bluSwap is a Payment OS enabling MSMEs, D2C brands &amp; marketplaces with UPI collections, instant payouts, virtual accounts, API banking &amp; smart checkout through secure bank &amp; PSP integrations — in a Large and growing Technology market market growing at Strong double-digit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Launching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Growing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bluSwap is a Payment OS enabling MSMEs, D2C brands &amp; marketplaces with UPI collections, instant payouts, virtual accounts, API banking &amp; smart checkout through secure bank &amp; PSP integrations The convergence of affordable AI infrastructure and widespread cloud adoption has created a window for blueswap to displace entrenched legacy vendors in the Technology market — a transition that was cost-prohibitive just 3 years ago. Seed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Technology market is at an inflection point — Large and growing Technology market and accelerating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The Technology market is undergoing rapid transformation driven by digital adoption and AI integration. Companies in this space face mounting pressure to modernize legacy workflows, creating significant demand for purpose-built solutions. blueswap is positioned at the center of this shift. The convergence of affordable AI infrastructure and widespread cloud adoption has created a window for blueswap to displace entrenched legacy vendors in the Technology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Digital transformation accelerating across Technology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Technology Has a Critical Unsolved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Buyers are losing time and money to an outdated status quo.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08DC2"/>
                </a:solidFill>
                <a:latin typeface="Calibri"/>
              </a:rPr>
              <a:t>High costs of existing fragmented tooling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25496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High costs of existing fragmented tooling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92424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Time-consuming manual processes reducing productivity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82549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Lack of real-time data for decision-making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39242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Integration complexity slowing teams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bluSwap is a Payment OS enabling MSMEs, D2C brands &amp; marketplaces with UPI collections, instant payouts, virtual accounts, API banking &amp; smart checkout through secure bank &amp; PSP integrations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Helps customers achieve outcomes faster and more reliably.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Speed &amp;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Fast onboarding — live in minutes, not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AI-powered insights on modern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Three capabilities that make blueswap the obvious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Purpose-built for the use case — not a horizontal tool adapted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Eliminates manual steps — customers save hours every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Real-time visibility that drives faster, smarter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Recurring revenue with strong expansion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Professional services and implementation for enterprise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Land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Low entry point drives adoption; expansion within accounts grows ACV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blueswap is gaining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Y1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ARR 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Seed-funded and growing.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Customers:</a:t>
            </a:r>
            <a:r>
              <a:rPr sz="1300" b="0">
                <a:solidFill>
                  <a:srgbClr val="808DC2"/>
                </a:solidFill>
                <a:latin typeface="Calibri"/>
              </a:rPr>
              <a:t> Design partners signed and providing active product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Product: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platform live — onboarding first paying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Team: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team in place across engineering, product, and 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Why blueswap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blueswap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40B6"/>
                </a:solidFill>
                <a:latin typeface="Calibri"/>
              </a:rPr>
              <a:t>blueswap is building the leading platform for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•  Strong domain expertise in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•  Modern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•  Clear value proposition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Existing 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CBF"/>
                </a:solidFill>
                <a:latin typeface="Calibri"/>
              </a:rPr>
              <a:t>Legacy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•  Existing solutions: Slow and expensive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•  Generic platforms: Not purpose-built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right people to win this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Clear path to scale with defensible unit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70–80%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Target at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Assumptions: land-and-expand motion, CAC payback &lt; 12 months, positive unit economics from Day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Raising to reach $2M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Scale engineering, ship enterprise features, reach product-market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Hire first AEs, launch demand gen, close 10 anchor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Customer success, infrastructure, legal and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blueswap is building the leading platform for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08DC2"/>
                </a:solidFill>
                <a:latin typeface="Calibri"/>
              </a:rPr>
              <a:t>Join us in building the category leader in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1C51"/>
                </a:solidFill>
                <a:latin typeface="Calibri"/>
              </a:rPr>
              <a:t>Contact us · blueswap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